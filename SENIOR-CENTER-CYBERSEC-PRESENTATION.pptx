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7D520-8FCF-FE38-F137-57E669D09C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8562" y="55079"/>
            <a:ext cx="3246539" cy="1688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8A074-15A3-86FD-43A8-D67E08B081DF}"/>
              </a:ext>
            </a:extLst>
          </p:cNvPr>
          <p:cNvSpPr txBox="1"/>
          <p:nvPr userDrawn="1"/>
        </p:nvSpPr>
        <p:spPr>
          <a:xfrm>
            <a:off x="2922494" y="6382867"/>
            <a:ext cx="642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Copyright and all other Rights Reserved Business Cyber Guardian ®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usetake9.org/lates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justice.gov/usao-ma/pr/thirteen-individuals-charged-operating-transnational-elder-fraud-schem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novation.consumerreports.org/2026ConsumerCyberReadinessReport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lnkd.in/p/gSCeEEc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521E-4087-BEB5-7A8F-D52F451F9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Don’t just trust, Verify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C8BA9-ACCE-47C8-5D2C-8880829D9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list of scams affecting Seniors</a:t>
            </a:r>
          </a:p>
          <a:p>
            <a:r>
              <a:rPr lang="en-US" dirty="0"/>
              <a:t>Dick and Joanne Brooks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8B574-8871-3360-E75E-039DAC4DAA6E}"/>
              </a:ext>
            </a:extLst>
          </p:cNvPr>
          <p:cNvSpPr txBox="1"/>
          <p:nvPr/>
        </p:nvSpPr>
        <p:spPr>
          <a:xfrm>
            <a:off x="2922494" y="6382867"/>
            <a:ext cx="642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Copyright and all other Rights Reserved Business Cyber Guardian ®</a:t>
            </a:r>
          </a:p>
        </p:txBody>
      </p:sp>
    </p:spTree>
    <p:extLst>
      <p:ext uri="{BB962C8B-B14F-4D97-AF65-F5344CB8AC3E}">
        <p14:creationId xmlns:p14="http://schemas.microsoft.com/office/powerpoint/2010/main" val="1720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00D03-3E6C-A1BB-BD4C-3BD1B5191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08" y="0"/>
            <a:ext cx="554198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E23FF3-67EB-FF99-84A9-F2060547AA98}"/>
              </a:ext>
            </a:extLst>
          </p:cNvPr>
          <p:cNvSpPr txBox="1"/>
          <p:nvPr/>
        </p:nvSpPr>
        <p:spPr>
          <a:xfrm>
            <a:off x="7664823" y="6096000"/>
            <a:ext cx="380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https://pausetake9.org/latest/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EDBDE-FB8A-F1D4-EB44-EA3D5EE5D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029" y="326295"/>
            <a:ext cx="1200318" cy="109552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426DB37-6762-7C32-5E9F-211DE5BB75CE}"/>
              </a:ext>
            </a:extLst>
          </p:cNvPr>
          <p:cNvGrpSpPr/>
          <p:nvPr/>
        </p:nvGrpSpPr>
        <p:grpSpPr>
          <a:xfrm>
            <a:off x="7212289" y="5258634"/>
            <a:ext cx="4394120" cy="837366"/>
            <a:chOff x="7185395" y="5249674"/>
            <a:chExt cx="4394120" cy="8373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5FDB61-3BD3-3777-06D9-B769E270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5395" y="5644898"/>
              <a:ext cx="4394120" cy="44214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225C6E-5E23-8D60-212A-F3A22C6B7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5395" y="5249674"/>
              <a:ext cx="3082748" cy="395224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B8C04-1F43-CC5F-4FAA-0A13DB62C934}"/>
              </a:ext>
            </a:extLst>
          </p:cNvPr>
          <p:cNvSpPr/>
          <p:nvPr/>
        </p:nvSpPr>
        <p:spPr>
          <a:xfrm>
            <a:off x="9000565" y="116539"/>
            <a:ext cx="1649506" cy="1613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Grandparent Scams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CBF7B9-0CB2-3202-BDCF-7DD61A03E684}"/>
              </a:ext>
            </a:extLst>
          </p:cNvPr>
          <p:cNvSpPr/>
          <p:nvPr/>
        </p:nvSpPr>
        <p:spPr>
          <a:xfrm>
            <a:off x="1667435" y="1815353"/>
            <a:ext cx="1649506" cy="1613647"/>
          </a:xfrm>
          <a:prstGeom prst="roundRect">
            <a:avLst/>
          </a:prstGeom>
          <a:solidFill>
            <a:srgbClr val="F8C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Parking Meter Scams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QR Codes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35F022-EC21-130D-D463-19D47C838039}"/>
              </a:ext>
            </a:extLst>
          </p:cNvPr>
          <p:cNvSpPr/>
          <p:nvPr/>
        </p:nvSpPr>
        <p:spPr>
          <a:xfrm>
            <a:off x="8977700" y="1822494"/>
            <a:ext cx="1649506" cy="16136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Trusted Email </a:t>
            </a:r>
            <a:r>
              <a:rPr lang="en-US" dirty="0" err="1">
                <a:solidFill>
                  <a:schemeClr val="bg1"/>
                </a:solidFill>
              </a:rPr>
              <a:t>Breakin</a:t>
            </a:r>
            <a:r>
              <a:rPr lang="en-US" dirty="0">
                <a:solidFill>
                  <a:schemeClr val="bg1"/>
                </a:solidFill>
              </a:rPr>
              <a:t> Scams</a:t>
            </a:r>
          </a:p>
        </p:txBody>
      </p:sp>
    </p:spTree>
    <p:extLst>
      <p:ext uri="{BB962C8B-B14F-4D97-AF65-F5344CB8AC3E}">
        <p14:creationId xmlns:p14="http://schemas.microsoft.com/office/powerpoint/2010/main" val="99777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6D203-6182-D365-6C1B-380D2760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5" y="275685"/>
            <a:ext cx="4439270" cy="3724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678779-C4D8-EA27-207F-6C4CA128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7" y="3145681"/>
            <a:ext cx="5869734" cy="2851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10859-822B-BCFF-FFC5-878F6C692E76}"/>
              </a:ext>
            </a:extLst>
          </p:cNvPr>
          <p:cNvSpPr txBox="1"/>
          <p:nvPr/>
        </p:nvSpPr>
        <p:spPr>
          <a:xfrm>
            <a:off x="1246094" y="6095999"/>
            <a:ext cx="10591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https://www.justice.gov/usao-ma/pr/thirteen-individuals-charged-operating-transnational-elder-fraud-scheme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267F4-EA3F-E8C8-27F4-3660C6961F43}"/>
              </a:ext>
            </a:extLst>
          </p:cNvPr>
          <p:cNvSpPr txBox="1"/>
          <p:nvPr/>
        </p:nvSpPr>
        <p:spPr>
          <a:xfrm>
            <a:off x="6033247" y="457200"/>
            <a:ext cx="46923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i="1" dirty="0"/>
              <a:t>Robert DeMarino</a:t>
            </a:r>
            <a:endParaRPr lang="en-US" dirty="0"/>
          </a:p>
          <a:p>
            <a:r>
              <a:rPr lang="en-US" i="1" dirty="0"/>
              <a:t>Cyber Program Coordinator</a:t>
            </a:r>
            <a:endParaRPr lang="en-US" dirty="0"/>
          </a:p>
          <a:p>
            <a:r>
              <a:rPr lang="en-US" i="1" dirty="0"/>
              <a:t>Massachusetts State Police</a:t>
            </a:r>
            <a:endParaRPr lang="en-US" dirty="0"/>
          </a:p>
          <a:p>
            <a:r>
              <a:rPr lang="en-US" i="1" dirty="0"/>
              <a:t>Division of Homeland Security and Preparedness</a:t>
            </a:r>
            <a:endParaRPr lang="en-US" dirty="0"/>
          </a:p>
          <a:p>
            <a:r>
              <a:rPr lang="en-US" i="1" dirty="0"/>
              <a:t>Commonwealth Fusion Center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34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E1D4-512A-6715-CB4C-73140A32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risks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8490-E728-5BDF-5FA5-D128C549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Wi-Fi Routers</a:t>
            </a:r>
          </a:p>
          <a:p>
            <a:r>
              <a:rPr lang="en-US" dirty="0"/>
              <a:t>Smart Thermostats</a:t>
            </a:r>
          </a:p>
          <a:p>
            <a:r>
              <a:rPr lang="en-US" dirty="0"/>
              <a:t>Surveillance Cameras</a:t>
            </a:r>
          </a:p>
          <a:p>
            <a:r>
              <a:rPr lang="en-US" dirty="0"/>
              <a:t>Ring Doorbells</a:t>
            </a:r>
          </a:p>
          <a:p>
            <a:r>
              <a:rPr lang="en-US" dirty="0"/>
              <a:t>Home Assistants (i.e. Alexa, Siri,  Google)</a:t>
            </a:r>
          </a:p>
          <a:p>
            <a:r>
              <a:rPr lang="en-US" dirty="0"/>
              <a:t>Smart TV’s</a:t>
            </a:r>
          </a:p>
          <a:p>
            <a:r>
              <a:rPr lang="en-US" dirty="0"/>
              <a:t>Home Computer Use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Web Browsing</a:t>
            </a:r>
          </a:p>
          <a:p>
            <a:r>
              <a:rPr lang="en-US" dirty="0"/>
              <a:t>Cell phones (</a:t>
            </a:r>
            <a:r>
              <a:rPr lang="en-US" dirty="0" err="1"/>
              <a:t>SMSishing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Bluetooth hacking</a:t>
            </a:r>
          </a:p>
          <a:p>
            <a:r>
              <a:rPr lang="en-US" dirty="0"/>
              <a:t>Visitors using their cell phones on your wi-fi </a:t>
            </a:r>
          </a:p>
          <a:p>
            <a:r>
              <a:rPr lang="en-US" dirty="0"/>
              <a:t>Neighbors within range of your wi-fi</a:t>
            </a:r>
          </a:p>
          <a:p>
            <a:r>
              <a:rPr lang="en-US" dirty="0"/>
              <a:t>Swatting</a:t>
            </a:r>
          </a:p>
        </p:txBody>
      </p:sp>
    </p:spTree>
    <p:extLst>
      <p:ext uri="{BB962C8B-B14F-4D97-AF65-F5344CB8AC3E}">
        <p14:creationId xmlns:p14="http://schemas.microsoft.com/office/powerpoint/2010/main" val="379087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991E-AD51-DECC-2E3C-9D763F1F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 to protect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531D-74F2-4F0F-E942-C83DF665B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Always ask yourself these 2 questions:</a:t>
            </a:r>
          </a:p>
          <a:p>
            <a:pPr lvl="1"/>
            <a:r>
              <a:rPr lang="en-US" dirty="0"/>
              <a:t>Does this involve money?</a:t>
            </a:r>
          </a:p>
          <a:p>
            <a:pPr lvl="1"/>
            <a:r>
              <a:rPr lang="en-US" dirty="0"/>
              <a:t>Is there a sense of urgency? </a:t>
            </a:r>
          </a:p>
          <a:p>
            <a:r>
              <a:rPr lang="en-US" dirty="0"/>
              <a:t>If you answered yes to any of these</a:t>
            </a:r>
          </a:p>
          <a:p>
            <a:pPr lvl="1"/>
            <a:r>
              <a:rPr lang="en-US" dirty="0"/>
              <a:t>STOP, this could be a scam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8973C-7033-0ACA-D27D-251AAEC8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89" y="1971986"/>
            <a:ext cx="3056237" cy="3989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5FF39E-0494-4562-A47B-BAE3F8343478}"/>
              </a:ext>
            </a:extLst>
          </p:cNvPr>
          <p:cNvSpPr txBox="1"/>
          <p:nvPr/>
        </p:nvSpPr>
        <p:spPr>
          <a:xfrm>
            <a:off x="7001435" y="6248400"/>
            <a:ext cx="4934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linkClick r:id="rId3"/>
              </a:rPr>
              <a:t>https://innovation.consumerreports.org/2026ConsumerCyberReadinessReport.pdf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722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9663-80B2-DEB2-5F71-475EA2CB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practical cybersecurity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DF9A-08D0-A62E-852D-FC3F09AF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1. If a message creates urgency, stop and give yourself a few minutes before clicking, replying, or sharing information. Urgency is a huge red flag.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If a legitimate institution asks you to provide a password, a verification code, or sensitive information, contact them through a phone number or app you already know instead of replying to the message you received.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 Don’t assume a familiar voice, face or caller ID proves who you’re talking to. Deepfakes have become cheap and easy. If something feels off, hang up and call the person directly.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Create a family safe word that only you know and use it to verify unexpected emergency calls, especially requests involving money.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5. Limit the personal information you share publicly, including travel plans, birthdays, family names, schools, workplaces, and other details someone could use to make a scam believable.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3D482-C7D9-5B2E-ACBC-E2A026AD48A0}"/>
              </a:ext>
            </a:extLst>
          </p:cNvPr>
          <p:cNvSpPr txBox="1"/>
          <p:nvPr/>
        </p:nvSpPr>
        <p:spPr>
          <a:xfrm>
            <a:off x="753034" y="6060141"/>
            <a:ext cx="350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https://lnkd.in/p/gSCeEEcG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0545A-37E8-4A4A-1238-49508D7A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452" y="5593623"/>
            <a:ext cx="7001852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8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17CE-FDA7-0FFD-0CF4-8BC7C103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13" y="2680449"/>
            <a:ext cx="10131425" cy="869576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 local law enforcement If you think you’ve become a victim of cybercrime</a:t>
            </a:r>
          </a:p>
        </p:txBody>
      </p:sp>
    </p:spTree>
    <p:extLst>
      <p:ext uri="{BB962C8B-B14F-4D97-AF65-F5344CB8AC3E}">
        <p14:creationId xmlns:p14="http://schemas.microsoft.com/office/powerpoint/2010/main" val="1483994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G-Celestial-Background" id="{FA05001E-2570-4C8F-AC7E-06ED5E64A348}" vid="{858A18C7-8BC5-451B-B293-373C092A2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BCG-Celestial-Background</Template>
  <TotalTime>130</TotalTime>
  <Words>395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Don’t just trust, Verify</vt:lpstr>
      <vt:lpstr>PowerPoint Presentation</vt:lpstr>
      <vt:lpstr>PowerPoint Presentation</vt:lpstr>
      <vt:lpstr>What about risks at home</vt:lpstr>
      <vt:lpstr>What Can you do to protect yourself</vt:lpstr>
      <vt:lpstr>5 practical cybersecurity habits</vt:lpstr>
      <vt:lpstr>Contact local law enforcement If you think you’ve become a victim of cybercrime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 Brooks</dc:creator>
  <cp:lastModifiedBy>Dick Brooks</cp:lastModifiedBy>
  <cp:revision>29</cp:revision>
  <dcterms:created xsi:type="dcterms:W3CDTF">2026-09-27T15:07:42Z</dcterms:created>
  <dcterms:modified xsi:type="dcterms:W3CDTF">2026-10-01T14:28:35Z</dcterms:modified>
</cp:coreProperties>
</file>